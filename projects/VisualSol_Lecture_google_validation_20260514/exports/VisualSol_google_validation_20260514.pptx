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2="http://schemas.microsoft.com/office/powerpoint/2010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egory Label Placeholder"/>
          <p:cNvSpPr>
            <a:spLocks noGrp="1"/>
          </p:cNvSpPr>
          <p:nvPr>
            <p:ph type="body" idx="2"/>
          </p:nvPr>
        </p:nvSpPr>
        <p:spPr>
          <a:xfrm>
            <a:off x="3143250" y="1882140"/>
            <a:ext cx="5905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1800" b="1" kern="120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1800" b="1" kern="1200">
                <a:solidFill>
                  <a:srgbClr val="4285F4"/>
                </a:solidFill>
                <a:latin typeface="Arial"/>
                <a:ea typeface="Arial"/>
                <a:cs typeface="Arial"/>
              </a:defRPr>
            </a:pPr>
            <a:r>
              <a:rPr lang="en-US" sz="1800" b="1" dirty="0">
                <a:solidFill>
                  <a:srgbClr val="4285F4"/>
                </a:solidFill>
                <a:latin typeface="Arial"/>
                <a:ea typeface="Arial"/>
                <a:cs typeface="Arial"/>
              </a:rPr>
              <a:t>Category Label</a:t>
            </a:r>
            <a:endParaRPr sz="1800" b="1" kern="1200">
              <a:solidFill>
                <a:srgbClr val="4285F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itle Slide Center Divider"/>
          <p:cNvSpPr/>
          <p:nvPr/>
        </p:nvSpPr>
        <p:spPr>
          <a:xfrm>
            <a:off x="5524500" y="2228850"/>
            <a:ext cx="1143000" cy="9525"/>
          </a:xfrm>
          <a:prstGeom prst="rect">
            <a:avLst/>
          </a:prstGeom>
          <a:solidFill>
            <a:srgbClr val="4285F4">
              <a:alpha val="55000"/>
            </a:srgbClr>
          </a:solidFill>
          <a:ln>
            <a:noFill/>
          </a:ln>
        </p:spPr>
      </p:sp>
      <p:sp>
        <p:nvSpPr>
          <p:cNvPr id="4" name="Presentation Title Placeholder"/>
          <p:cNvSpPr>
            <a:spLocks noGrp="1"/>
          </p:cNvSpPr>
          <p:nvPr>
            <p:ph type="title"/>
          </p:nvPr>
        </p:nvSpPr>
        <p:spPr>
          <a:xfrm>
            <a:off x="762000" y="2635568"/>
            <a:ext cx="10668000" cy="828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4350" b="1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4350" b="1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pPr>
            <a:r>
              <a:rPr lang="en-US" sz="4350" b="1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Presentation Title</a:t>
            </a:r>
            <a:endParaRPr sz="4350" b="1" kern="1200">
              <a:solidFill>
                <a:srgbClr val="1A237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itle Placeholder"/>
          <p:cNvSpPr>
            <a:spLocks noGrp="1"/>
          </p:cNvSpPr>
          <p:nvPr>
            <p:ph type="subTitle" idx="1"/>
          </p:nvPr>
        </p:nvSpPr>
        <p:spPr>
          <a:xfrm>
            <a:off x="1143000" y="3373755"/>
            <a:ext cx="9906000" cy="746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1800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1800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pPr>
            <a:r>
              <a:rPr lang="en-US" sz="1800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Subtitle</a:t>
            </a:r>
            <a:endParaRPr sz="1800" kern="1200">
              <a:solidFill>
                <a:srgbClr val="1A237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hor / Date Placeholder"/>
          <p:cNvSpPr>
            <a:spLocks noGrp="1"/>
          </p:cNvSpPr>
          <p:nvPr>
            <p:ph type="body" idx="3"/>
          </p:nvPr>
        </p:nvSpPr>
        <p:spPr>
          <a:xfrm>
            <a:off x="3143250" y="4195286"/>
            <a:ext cx="590550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1725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1725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lang="en-US" sz="1725" dirty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Author / Date</a:t>
            </a:r>
            <a:endParaRPr sz="1725" kern="1200">
              <a:solidFill>
                <a:srgbClr val="5F636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ns2:creationId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powerpoint/2010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 Master Header Accent Bar"/>
          <p:cNvSpPr/>
          <p:nvPr/>
        </p:nvSpPr>
        <p:spPr>
          <a:xfrm>
            <a:off x="571500" y="638175"/>
            <a:ext cx="28575" cy="38100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3" name="PPT Master Header Underline"/>
          <p:cNvSpPr/>
          <p:nvPr/>
        </p:nvSpPr>
        <p:spPr>
          <a:xfrm>
            <a:off x="771525" y="1123950"/>
            <a:ext cx="10648950" cy="9525"/>
          </a:xfrm>
          <a:prstGeom prst="rect">
            <a:avLst/>
          </a:prstGeom>
          <a:solidFill>
            <a:srgbClr val="4285F4">
              <a:alpha val="20000"/>
            </a:srgbClr>
          </a:solidFill>
          <a:ln>
            <a:noFill/>
          </a:ln>
        </p:spPr>
      </p:sp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730568" y="604361"/>
            <a:ext cx="10692765" cy="655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3450" b="1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3450" b="1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pPr>
            <a:r>
              <a:rPr lang="en-US" sz="3450" b="1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Title</a:t>
            </a:r>
            <a:endParaRPr sz="3450" b="1" kern="1200">
              <a:solidFill>
                <a:srgbClr val="1A237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Content Placeholder"/>
          <p:cNvSpPr>
            <a:spLocks noGrp="1"/>
          </p:cNvSpPr>
          <p:nvPr>
            <p:ph type="body" idx="1"/>
          </p:nvPr>
        </p:nvSpPr>
        <p:spPr>
          <a:xfrm>
            <a:off x="771525" y="1645920"/>
            <a:ext cx="10648950" cy="3840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defRPr sz="1500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1500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Content</a:t>
            </a:r>
            <a:endParaRPr sz="1500" kern="1200">
              <a:solidFill>
                <a:srgbClr val="5F636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ns2:creationId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powerpoint/2010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Label Placeholder"/>
          <p:cNvSpPr>
            <a:spLocks noGrp="1"/>
          </p:cNvSpPr>
          <p:nvPr>
            <p:ph type="body" idx="2"/>
          </p:nvPr>
        </p:nvSpPr>
        <p:spPr>
          <a:xfrm>
            <a:off x="3619500" y="2167890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1800" b="1" kern="120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1800" b="1" kern="1200">
                <a:solidFill>
                  <a:srgbClr val="4285F4"/>
                </a:solidFill>
                <a:latin typeface="Arial"/>
                <a:ea typeface="Arial"/>
                <a:cs typeface="Arial"/>
              </a:defRPr>
            </a:pPr>
            <a:r>
              <a:rPr lang="en-US" sz="1800" b="1" dirty="0">
                <a:solidFill>
                  <a:srgbClr val="4285F4"/>
                </a:solidFill>
                <a:latin typeface="Arial"/>
                <a:ea typeface="Arial"/>
                <a:cs typeface="Arial"/>
              </a:rPr>
              <a:t>Chapter Label</a:t>
            </a:r>
            <a:endParaRPr sz="1800" b="1" kern="1200">
              <a:solidFill>
                <a:srgbClr val="4285F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ection Header Center Divider"/>
          <p:cNvSpPr/>
          <p:nvPr/>
        </p:nvSpPr>
        <p:spPr>
          <a:xfrm>
            <a:off x="5524500" y="2514600"/>
            <a:ext cx="1143000" cy="9525"/>
          </a:xfrm>
          <a:prstGeom prst="rect">
            <a:avLst/>
          </a:prstGeom>
          <a:solidFill>
            <a:srgbClr val="4285F4">
              <a:alpha val="55000"/>
            </a:srgbClr>
          </a:solidFill>
          <a:ln>
            <a:noFill/>
          </a:ln>
        </p:spPr>
      </p:sp>
      <p:sp>
        <p:nvSpPr>
          <p:cNvPr id="4" name="Section Title Placeholder"/>
          <p:cNvSpPr>
            <a:spLocks noGrp="1"/>
          </p:cNvSpPr>
          <p:nvPr>
            <p:ph type="title"/>
          </p:nvPr>
        </p:nvSpPr>
        <p:spPr>
          <a:xfrm>
            <a:off x="762000" y="2941320"/>
            <a:ext cx="106680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5400" b="1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5400" b="1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pPr>
            <a:r>
              <a:rPr lang="en-US" sz="5400" b="1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Section Title</a:t>
            </a:r>
            <a:endParaRPr sz="5400" b="1" kern="1200">
              <a:solidFill>
                <a:srgbClr val="1A237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ection Subtitle Placeholder"/>
          <p:cNvSpPr>
            <a:spLocks noGrp="1"/>
          </p:cNvSpPr>
          <p:nvPr>
            <p:ph type="subTitle" idx="1"/>
          </p:nvPr>
        </p:nvSpPr>
        <p:spPr>
          <a:xfrm>
            <a:off x="1619250" y="3850005"/>
            <a:ext cx="8953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1800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1800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lang="en-US" sz="1800" dirty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Section Subtitle</a:t>
            </a:r>
            <a:endParaRPr sz="1800" kern="1200">
              <a:solidFill>
                <a:srgbClr val="5F636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ns2:creationId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powerpoint/2010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 Master Header Accent Bar"/>
          <p:cNvSpPr/>
          <p:nvPr/>
        </p:nvSpPr>
        <p:spPr>
          <a:xfrm>
            <a:off x="571500" y="638175"/>
            <a:ext cx="28575" cy="38100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3" name="PPT Master Header Underline"/>
          <p:cNvSpPr/>
          <p:nvPr/>
        </p:nvSpPr>
        <p:spPr>
          <a:xfrm>
            <a:off x="771525" y="1123950"/>
            <a:ext cx="10648950" cy="9525"/>
          </a:xfrm>
          <a:prstGeom prst="rect">
            <a:avLst/>
          </a:prstGeom>
          <a:solidFill>
            <a:srgbClr val="4285F4">
              <a:alpha val="20000"/>
            </a:srgbClr>
          </a:solidFill>
          <a:ln>
            <a:noFill/>
          </a:ln>
        </p:spPr>
      </p:sp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730568" y="604361"/>
            <a:ext cx="10692765" cy="655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3450" b="1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3450" b="1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pPr>
            <a:r>
              <a:rPr lang="en-US" sz="3450" b="1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Title</a:t>
            </a:r>
            <a:endParaRPr sz="3450" b="1" kern="1200">
              <a:solidFill>
                <a:srgbClr val="1A237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Left Content Placeholder"/>
          <p:cNvSpPr>
            <a:spLocks noGrp="1"/>
          </p:cNvSpPr>
          <p:nvPr>
            <p:ph type="body" idx="1"/>
          </p:nvPr>
        </p:nvSpPr>
        <p:spPr>
          <a:xfrm>
            <a:off x="771525" y="1645920"/>
            <a:ext cx="5111115" cy="3840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defRPr sz="1500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1500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Left Content</a:t>
            </a:r>
            <a:endParaRPr sz="1500" kern="1200">
              <a:solidFill>
                <a:srgbClr val="5F636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ight Content Placeholder"/>
          <p:cNvSpPr>
            <a:spLocks noGrp="1"/>
          </p:cNvSpPr>
          <p:nvPr>
            <p:ph type="body" idx="2"/>
          </p:nvPr>
        </p:nvSpPr>
        <p:spPr>
          <a:xfrm>
            <a:off x="6309360" y="1645920"/>
            <a:ext cx="5111115" cy="3840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defRPr sz="1500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1500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Right Content</a:t>
            </a:r>
            <a:endParaRPr sz="1500" kern="1200">
              <a:solidFill>
                <a:srgbClr val="5F636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ns2:creationId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powerpoint/2010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 Master Header Accent Bar"/>
          <p:cNvSpPr/>
          <p:nvPr/>
        </p:nvSpPr>
        <p:spPr>
          <a:xfrm>
            <a:off x="571500" y="638175"/>
            <a:ext cx="28575" cy="38100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3" name="PPT Master Header Underline"/>
          <p:cNvSpPr/>
          <p:nvPr/>
        </p:nvSpPr>
        <p:spPr>
          <a:xfrm>
            <a:off x="771525" y="1123950"/>
            <a:ext cx="10648950" cy="9525"/>
          </a:xfrm>
          <a:prstGeom prst="rect">
            <a:avLst/>
          </a:prstGeom>
          <a:solidFill>
            <a:srgbClr val="4285F4">
              <a:alpha val="20000"/>
            </a:srgbClr>
          </a:solidFill>
          <a:ln>
            <a:noFill/>
          </a:ln>
        </p:spPr>
      </p:sp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730568" y="604361"/>
            <a:ext cx="10692765" cy="655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3450" b="1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3450" b="1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pPr>
            <a:r>
              <a:rPr lang="en-US" sz="3450" b="1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Title</a:t>
            </a:r>
            <a:endParaRPr sz="3450" b="1" kern="1200">
              <a:solidFill>
                <a:srgbClr val="1A237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Left Content Placeholder"/>
          <p:cNvSpPr>
            <a:spLocks noGrp="1"/>
          </p:cNvSpPr>
          <p:nvPr>
            <p:ph type="body" idx="1"/>
          </p:nvPr>
        </p:nvSpPr>
        <p:spPr>
          <a:xfrm>
            <a:off x="771525" y="1645920"/>
            <a:ext cx="5111115" cy="3840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defRPr sz="1500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1500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Left Content</a:t>
            </a:r>
            <a:endParaRPr sz="1500" kern="1200">
              <a:solidFill>
                <a:srgbClr val="5F636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ight Content Placeholder"/>
          <p:cNvSpPr>
            <a:spLocks noGrp="1"/>
          </p:cNvSpPr>
          <p:nvPr>
            <p:ph type="body" idx="2"/>
          </p:nvPr>
        </p:nvSpPr>
        <p:spPr>
          <a:xfrm>
            <a:off x="6309360" y="1645920"/>
            <a:ext cx="5111115" cy="3840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defRPr sz="1500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1500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Right Content</a:t>
            </a:r>
            <a:endParaRPr sz="1500" kern="1200">
              <a:solidFill>
                <a:srgbClr val="5F636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ns2:creationId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powerpoint/2010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 Master Header Accent Bar"/>
          <p:cNvSpPr/>
          <p:nvPr/>
        </p:nvSpPr>
        <p:spPr>
          <a:xfrm>
            <a:off x="571500" y="638175"/>
            <a:ext cx="28575" cy="38100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3" name="PPT Master Header Underline"/>
          <p:cNvSpPr/>
          <p:nvPr/>
        </p:nvSpPr>
        <p:spPr>
          <a:xfrm>
            <a:off x="771525" y="1123950"/>
            <a:ext cx="10648950" cy="9525"/>
          </a:xfrm>
          <a:prstGeom prst="rect">
            <a:avLst/>
          </a:prstGeom>
          <a:solidFill>
            <a:srgbClr val="4285F4">
              <a:alpha val="20000"/>
            </a:srgbClr>
          </a:solidFill>
          <a:ln>
            <a:noFill/>
          </a:ln>
        </p:spPr>
      </p:sp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730568" y="604361"/>
            <a:ext cx="10692765" cy="655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3450" b="1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3450" b="1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pPr>
            <a:r>
              <a:rPr lang="en-US" sz="3450" b="1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Title</a:t>
            </a:r>
            <a:endParaRPr sz="3450" b="1" kern="1200">
              <a:solidFill>
                <a:srgbClr val="1A237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ns2:creationId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powerpoint/2010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powerpoint/2010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 Master Header Accent Bar"/>
          <p:cNvSpPr/>
          <p:nvPr/>
        </p:nvSpPr>
        <p:spPr>
          <a:xfrm>
            <a:off x="571500" y="638175"/>
            <a:ext cx="28575" cy="38100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3" name="PPT Master Header Underline"/>
          <p:cNvSpPr/>
          <p:nvPr/>
        </p:nvSpPr>
        <p:spPr>
          <a:xfrm>
            <a:off x="771525" y="1123950"/>
            <a:ext cx="10648950" cy="9525"/>
          </a:xfrm>
          <a:prstGeom prst="rect">
            <a:avLst/>
          </a:prstGeom>
          <a:solidFill>
            <a:srgbClr val="4285F4">
              <a:alpha val="20000"/>
            </a:srgbClr>
          </a:solidFill>
          <a:ln>
            <a:noFill/>
          </a:ln>
        </p:spPr>
      </p:sp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730568" y="604361"/>
            <a:ext cx="10692765" cy="655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3450" b="1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3450" b="1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pPr>
            <a:r>
              <a:rPr lang="en-US" sz="3450" b="1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Title</a:t>
            </a:r>
            <a:endParaRPr sz="3450" b="1" kern="1200">
              <a:solidFill>
                <a:srgbClr val="1A237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Content Placeholder"/>
          <p:cNvSpPr>
            <a:spLocks noGrp="1"/>
          </p:cNvSpPr>
          <p:nvPr>
            <p:ph type="body" idx="1"/>
          </p:nvPr>
        </p:nvSpPr>
        <p:spPr>
          <a:xfrm>
            <a:off x="771525" y="1645920"/>
            <a:ext cx="10648950" cy="3840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defRPr sz="1500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1500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Content</a:t>
            </a:r>
            <a:endParaRPr sz="1500" kern="1200">
              <a:solidFill>
                <a:srgbClr val="5F636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ns2:creationId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powerpoint/2010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 Master Header Accent Bar"/>
          <p:cNvSpPr/>
          <p:nvPr/>
        </p:nvSpPr>
        <p:spPr>
          <a:xfrm>
            <a:off x="571500" y="638175"/>
            <a:ext cx="28575" cy="38100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3" name="PPT Master Header Underline"/>
          <p:cNvSpPr/>
          <p:nvPr/>
        </p:nvSpPr>
        <p:spPr>
          <a:xfrm>
            <a:off x="771525" y="1123950"/>
            <a:ext cx="10648950" cy="9525"/>
          </a:xfrm>
          <a:prstGeom prst="rect">
            <a:avLst/>
          </a:prstGeom>
          <a:solidFill>
            <a:srgbClr val="4285F4">
              <a:alpha val="20000"/>
            </a:srgbClr>
          </a:solidFill>
          <a:ln>
            <a:noFill/>
          </a:ln>
        </p:spPr>
      </p:sp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730568" y="604361"/>
            <a:ext cx="10692765" cy="655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3450" b="1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3450" b="1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pPr>
            <a:r>
              <a:rPr lang="en-US" sz="3450" b="1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Title</a:t>
            </a:r>
            <a:endParaRPr sz="3450" b="1" kern="1200">
              <a:solidFill>
                <a:srgbClr val="1A237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Content Placeholder"/>
          <p:cNvSpPr>
            <a:spLocks noGrp="1"/>
          </p:cNvSpPr>
          <p:nvPr>
            <p:ph type="body" idx="1"/>
          </p:nvPr>
        </p:nvSpPr>
        <p:spPr>
          <a:xfrm>
            <a:off x="771525" y="1645920"/>
            <a:ext cx="10648950" cy="3840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defRPr sz="1500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1500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Content</a:t>
            </a:r>
            <a:endParaRPr sz="1500" kern="1200">
              <a:solidFill>
                <a:srgbClr val="5F636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ns2:creationId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powerpoint/2010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 Master Header Accent Bar"/>
          <p:cNvSpPr/>
          <p:nvPr/>
        </p:nvSpPr>
        <p:spPr>
          <a:xfrm>
            <a:off x="571500" y="638175"/>
            <a:ext cx="28575" cy="38100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3" name="PPT Master Header Underline"/>
          <p:cNvSpPr/>
          <p:nvPr/>
        </p:nvSpPr>
        <p:spPr>
          <a:xfrm>
            <a:off x="771525" y="1123950"/>
            <a:ext cx="10648950" cy="9525"/>
          </a:xfrm>
          <a:prstGeom prst="rect">
            <a:avLst/>
          </a:prstGeom>
          <a:solidFill>
            <a:srgbClr val="4285F4">
              <a:alpha val="20000"/>
            </a:srgbClr>
          </a:solidFill>
          <a:ln>
            <a:noFill/>
          </a:ln>
        </p:spPr>
      </p:sp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730568" y="604361"/>
            <a:ext cx="10692765" cy="655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3450" b="1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3450" b="1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pPr>
            <a:r>
              <a:rPr lang="en-US" sz="3450" b="1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Title</a:t>
            </a:r>
            <a:endParaRPr sz="3450" b="1" kern="1200">
              <a:solidFill>
                <a:srgbClr val="1A237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Content Placeholder"/>
          <p:cNvSpPr>
            <a:spLocks noGrp="1"/>
          </p:cNvSpPr>
          <p:nvPr>
            <p:ph type="body" idx="1"/>
          </p:nvPr>
        </p:nvSpPr>
        <p:spPr>
          <a:xfrm>
            <a:off x="771525" y="1645920"/>
            <a:ext cx="10648950" cy="3840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defRPr sz="1500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1500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Content</a:t>
            </a:r>
            <a:endParaRPr sz="1500" kern="1200">
              <a:solidFill>
                <a:srgbClr val="5F636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ns2:creationId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powerpoint/2010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 Master Header Accent Bar"/>
          <p:cNvSpPr/>
          <p:nvPr/>
        </p:nvSpPr>
        <p:spPr>
          <a:xfrm>
            <a:off x="571500" y="638175"/>
            <a:ext cx="28575" cy="38100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3" name="PPT Master Header Underline"/>
          <p:cNvSpPr/>
          <p:nvPr/>
        </p:nvSpPr>
        <p:spPr>
          <a:xfrm>
            <a:off x="771525" y="1123950"/>
            <a:ext cx="10648950" cy="9525"/>
          </a:xfrm>
          <a:prstGeom prst="rect">
            <a:avLst/>
          </a:prstGeom>
          <a:solidFill>
            <a:srgbClr val="4285F4">
              <a:alpha val="20000"/>
            </a:srgbClr>
          </a:solidFill>
          <a:ln>
            <a:noFill/>
          </a:ln>
        </p:spPr>
      </p:sp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730568" y="604361"/>
            <a:ext cx="10692765" cy="655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3450" b="1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3450" b="1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pPr>
            <a:r>
              <a:rPr lang="en-US" sz="3450" b="1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Title</a:t>
            </a:r>
            <a:endParaRPr sz="3450" b="1" kern="1200">
              <a:solidFill>
                <a:srgbClr val="1A237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Content Placeholder"/>
          <p:cNvSpPr>
            <a:spLocks noGrp="1"/>
          </p:cNvSpPr>
          <p:nvPr>
            <p:ph type="body" idx="1"/>
          </p:nvPr>
        </p:nvSpPr>
        <p:spPr>
          <a:xfrm>
            <a:off x="771525" y="1645920"/>
            <a:ext cx="10648950" cy="3840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defRPr sz="1500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1500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Content</a:t>
            </a:r>
            <a:endParaRPr sz="1500" kern="1200">
              <a:solidFill>
                <a:srgbClr val="5F636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ns2:creationId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Title Style Placeholder"/>
          <p:cNvSpPr>
            <a:spLocks noGrp="1"/>
          </p:cNvSpPr>
          <p:nvPr>
            <p:ph type="title"/>
          </p:nvPr>
        </p:nvSpPr>
        <p:spPr>
          <a:xfrm>
            <a:off x="730568" y="604361"/>
            <a:ext cx="10692765" cy="655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3450" b="1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3450" b="1" kern="1200">
                <a:solidFill>
                  <a:srgbClr val="1A237E"/>
                </a:solidFill>
                <a:latin typeface="Arial"/>
                <a:ea typeface="Arial"/>
                <a:cs typeface="Arial"/>
              </a:defRPr>
            </a:pPr>
            <a:r>
              <a:rPr lang="en-US" sz="3450" b="1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Click to edit master title style</a:t>
            </a:r>
            <a:endParaRPr sz="3450" b="1" kern="1200">
              <a:solidFill>
                <a:srgbClr val="1A237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Master Body Style Placeholder"/>
          <p:cNvSpPr>
            <a:spLocks noGrp="1"/>
          </p:cNvSpPr>
          <p:nvPr>
            <p:ph type="body" idx="1"/>
          </p:nvPr>
        </p:nvSpPr>
        <p:spPr>
          <a:xfrm>
            <a:off x="771525" y="1954529"/>
            <a:ext cx="10648950" cy="31546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defRPr sz="1500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defRPr sz="1500" kern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Click to edit master body style</a:t>
            </a:r>
            <a:endParaRPr sz="1500" kern="1200">
              <a:solidFill>
                <a:srgbClr val="5F636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PPT Master Footer Text"/>
          <p:cNvSpPr/>
          <p:nvPr/>
        </p:nvSpPr>
        <p:spPr>
          <a:xfrm>
            <a:off x="580000" y="6338000"/>
            <a:ext cx="5486400" cy="1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50" dirty="0">
                <a:solidFill>
                  <a:srgbClr val="9AA0A6"/>
                </a:solidFill>
                <a:latin typeface="Arial"/>
                <a:ea typeface="Arial"/>
                <a:cs typeface="Arial"/>
              </a:rPr>
              <a:t>VisualSol Template Validation</a:t>
            </a:r>
          </a:p>
        </p:txBody>
      </p:sp>
      <p:sp>
        <p:nvSpPr>
          <p:cNvPr id="5" name="PPT Master Slide Number"/>
          <p:cNvSpPr/>
          <p:nvPr/>
        </p:nvSpPr>
        <p:spPr>
          <a:xfrm>
            <a:off x="10912000" y="6338000"/>
            <a:ext cx="700000" cy="1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fld id="{6050D0C6-3525-432A-87D9-C9064DF9A04B}" type="slidenum">
              <a:rPr lang="en-US" sz="1050" dirty="0">
                <a:solidFill>
                  <a:srgbClr val="9AA0A6"/>
                </a:solidFill>
                <a:latin typeface="Arial"/>
                <a:ea typeface="Arial"/>
                <a:cs typeface="Arial"/>
              </a:rPr>
              <a:t>#</a:t>
            </a:fld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algn="l" defTabSz="457200" rtl="0" eaLnBrk="1" latinLnBrk="0" hangingPunct="1">
        <a:defRPr sz="3450" b="1" kern="1200">
          <a:solidFill>
            <a:srgbClr val="1A237E"/>
          </a:solidFill>
          <a:latin typeface="Arial"/>
          <a:ea typeface="Arial"/>
          <a:cs typeface="Arial"/>
        </a:defRPr>
      </a:lvl1pPr>
      <a:lvl2pPr marL="457200" algn="l" defTabSz="457200" rtl="0" eaLnBrk="1" latinLnBrk="0" hangingPunct="1">
        <a:defRPr sz="1500" kern="1200">
          <a:solidFill>
            <a:srgbClr val="5F6368"/>
          </a:solidFill>
          <a:latin typeface="Arial"/>
          <a:ea typeface="Arial"/>
          <a:cs typeface="Arial"/>
        </a:defRPr>
      </a:lvl2pPr>
    </p:titleStyle>
    <p:bodyStyle>
      <a:lvl1pPr marL="0" algn="l" defTabSz="457200" rtl="0" eaLnBrk="1" latinLnBrk="0" hangingPunct="1">
        <a:defRPr sz="1500" kern="1200">
          <a:solidFill>
            <a:srgbClr val="5F6368"/>
          </a:solidFill>
          <a:latin typeface="Arial"/>
          <a:ea typeface="Arial"/>
          <a:cs typeface="Arial"/>
        </a:defRPr>
      </a:lvl1pPr>
      <a:lvl2pPr marL="457200" algn="l" defTabSz="457200" rtl="0" eaLnBrk="1" latinLnBrk="0" hangingPunct="1">
        <a:defRPr sz="1500" kern="1200">
          <a:solidFill>
            <a:srgbClr val="5F6368"/>
          </a:solidFill>
          <a:latin typeface="Arial"/>
          <a:ea typeface="Arial"/>
          <a:cs typeface="Arial"/>
        </a:defRPr>
      </a:lvl2pPr>
    </p:bodyStyle>
    <p:otherStyle>
      <a:lvl1pPr marL="0" algn="l" defTabSz="457200" rtl="0" eaLnBrk="1" latinLnBrk="0" hangingPunct="1">
        <a:defRPr sz="1500" kern="1200">
          <a:solidFill>
            <a:srgbClr val="5F6368"/>
          </a:solidFill>
          <a:latin typeface="Arial"/>
          <a:ea typeface="Arial"/>
          <a:cs typeface="Arial"/>
        </a:defRPr>
      </a:lvl1pPr>
      <a:lvl2pPr marL="457200" algn="l" defTabSz="457200" rtl="0" eaLnBrk="1" latinLnBrk="0" hangingPunct="1">
        <a:defRPr sz="1500" kern="1200">
          <a:solidFill>
            <a:srgbClr val="5F6368"/>
          </a:solidFill>
          <a:latin typeface="Arial"/>
          <a:ea typeface="Arial"/>
          <a:cs typeface="Arial"/>
        </a:defRPr>
      </a:lvl2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1619250" y="1381125"/>
            <a:ext cx="8953500" cy="3905250"/>
            <a:chOff x="1619250" y="1381125"/>
            <a:chExt cx="8953500" cy="3905250"/>
          </a:xfrm>
        </p:grpSpPr>
        <p:sp>
          <p:nvSpPr>
            <p:cNvPr id="2" name="Rectangle 2"/>
            <p:cNvSpPr/>
            <p:nvPr/>
          </p:nvSpPr>
          <p:spPr>
            <a:xfrm>
              <a:off x="1619250" y="1381125"/>
              <a:ext cx="8953500" cy="390525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F8F9FA"/>
                </a:gs>
              </a:gsLst>
              <a:lin ang="2700000" scaled="1"/>
            </a:gradFill>
            <a:ln w="19050">
              <a:solidFill>
                <a:srgbClr val="E8EAED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139353" y="1898332"/>
              <a:ext cx="391329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4285F4"/>
                  </a:solidFill>
                  <a:latin typeface="Arial"/>
                  <a:ea typeface="Arial"/>
                  <a:cs typeface="Arial"/>
                </a:rPr>
                <a:t>VISUALSOL TEMPLATE VALIDATION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048250" y="2247900"/>
              <a:ext cx="523875" cy="381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5572125" y="2247900"/>
              <a:ext cx="428625" cy="38100"/>
            </a:xfrm>
            <a:prstGeom prst="rect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6000750" y="2247900"/>
              <a:ext cx="428625" cy="38100"/>
            </a:xfrm>
            <a:prstGeom prst="rect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429375" y="2247900"/>
              <a:ext cx="714375" cy="38100"/>
            </a:xfrm>
            <a:prstGeom prst="rect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487925" y="2684145"/>
              <a:ext cx="7216150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90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3D Scene Reconstruction</a:t>
              </a:r>
            </a:p>
            <a:p>
              <a:pPr algn="ctr"/>
              <a:r>
                <a:rPr lang="en-US" sz="390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&amp; Generation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58402" y="3977640"/>
              <a:ext cx="727519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5F6368"/>
                  </a:solidFill>
                  <a:latin typeface="Arial"/>
                  <a:ea typeface="Arial"/>
                  <a:cs typeface="Arial"/>
                </a:rPr>
                <a:t>From per-scene optimization to feed-forward inference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98002" y="4540568"/>
              <a:ext cx="33959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AA0A6"/>
                  </a:solidFill>
                  <a:latin typeface="Arial"/>
                  <a:ea typeface="Arial"/>
                  <a:cs typeface="Arial"/>
                </a:rPr>
                <a:t>Advanced Multimedia Lab | May 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1204912"/>
            <a:chOff x="0" y="0"/>
            <a:chExt cx="12192000" cy="1204912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3048000" cy="5715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3048000" y="0"/>
              <a:ext cx="3048000" cy="57150"/>
            </a:xfrm>
            <a:prstGeom prst="rect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6096000" y="0"/>
              <a:ext cx="3048000" cy="57150"/>
            </a:xfrm>
            <a:prstGeom prst="rect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144000" y="0"/>
              <a:ext cx="3048000" cy="57150"/>
            </a:xfrm>
            <a:prstGeom prst="rect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41985" y="503872"/>
              <a:ext cx="1833548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Agenda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1104900"/>
              <a:ext cx="1428750" cy="381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14550" y="1104900"/>
              <a:ext cx="666750" cy="38100"/>
            </a:xfrm>
            <a:prstGeom prst="rect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2781300" y="1104900"/>
              <a:ext cx="666750" cy="38100"/>
            </a:xfrm>
            <a:prstGeom prst="rect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448050" y="1104900"/>
              <a:ext cx="1619250" cy="38100"/>
            </a:xfrm>
            <a:prstGeom prst="rect">
              <a:avLst/>
            </a:prstGeom>
            <a:solidFill>
              <a:srgbClr val="34A853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781050" y="1694498"/>
            <a:ext cx="5871210" cy="3782377"/>
            <a:chOff x="781050" y="1694498"/>
            <a:chExt cx="5871210" cy="3782377"/>
          </a:xfrm>
        </p:grpSpPr>
        <p:sp>
          <p:nvSpPr>
            <p:cNvPr id="12" name="Ellipse 12"/>
            <p:cNvSpPr/>
            <p:nvPr/>
          </p:nvSpPr>
          <p:spPr>
            <a:xfrm>
              <a:off x="781050" y="1733550"/>
              <a:ext cx="190500" cy="1905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75385" y="1694498"/>
              <a:ext cx="401177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What is 3D Reconstruction?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81100" y="2028825"/>
              <a:ext cx="50877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F6368"/>
                  </a:solidFill>
                  <a:latin typeface="Arial"/>
                  <a:ea typeface="Arial"/>
                  <a:cs typeface="Arial"/>
                </a:rPr>
                <a:t>Definitions, scope, and representation choices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781300"/>
              <a:ext cx="190500" cy="190500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75385" y="2742248"/>
              <a:ext cx="312961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3D Gaussian Splatting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81100" y="3076575"/>
              <a:ext cx="45400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F6368"/>
                  </a:solidFill>
                  <a:latin typeface="Arial"/>
                  <a:ea typeface="Arial"/>
                  <a:cs typeface="Arial"/>
                </a:rPr>
                <a:t>Speed, rasterization, and practical limits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3829050"/>
              <a:ext cx="190500" cy="190500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75385" y="3789998"/>
              <a:ext cx="283057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Feed-Forward 3DGS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81100" y="4124325"/>
              <a:ext cx="54711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F6368"/>
                  </a:solidFill>
                  <a:latin typeface="Arial"/>
                  <a:ea typeface="Arial"/>
                  <a:cs typeface="Arial"/>
                </a:rPr>
                <a:t>Amortized inference for product-scale deployment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1050" y="4876800"/>
              <a:ext cx="190500" cy="19050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75385" y="4837748"/>
              <a:ext cx="339874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World Models &amp; Outlook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81100" y="5172075"/>
              <a:ext cx="48906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F6368"/>
                  </a:solidFill>
                  <a:latin typeface="Arial"/>
                  <a:ea typeface="Arial"/>
                  <a:cs typeface="Arial"/>
                </a:rPr>
                <a:t>Reconstruction as a substrate for simulation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83054" y="2167890"/>
            <a:ext cx="1425893" cy="384810"/>
            <a:chOff x="5383054" y="2167890"/>
            <a:chExt cx="1425893" cy="384810"/>
          </a:xfrm>
        </p:grpSpPr>
        <p:sp>
          <p:nvSpPr>
            <p:cNvPr id="2" name="TextBox 2"/>
            <p:cNvSpPr txBox="1"/>
            <p:nvPr/>
          </p:nvSpPr>
          <p:spPr>
            <a:xfrm>
              <a:off x="5383054" y="2167890"/>
              <a:ext cx="142589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CHAPTER 01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0" y="2514600"/>
              <a:ext cx="1143000" cy="381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158430" y="3006090"/>
            <a:ext cx="9875139" cy="975360"/>
            <a:chOff x="1158430" y="3006090"/>
            <a:chExt cx="9875139" cy="975360"/>
          </a:xfrm>
        </p:grpSpPr>
        <p:sp>
          <p:nvSpPr>
            <p:cNvPr id="5" name="TextBox 5"/>
            <p:cNvSpPr txBox="1"/>
            <p:nvPr/>
          </p:nvSpPr>
          <p:spPr>
            <a:xfrm>
              <a:off x="1158430" y="3006090"/>
              <a:ext cx="9875139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What is 3D Reconstruction?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32947" y="3866198"/>
            <a:ext cx="7326106" cy="396240"/>
            <a:chOff x="2432947" y="3866198"/>
            <a:chExt cx="7326106" cy="396240"/>
          </a:xfrm>
        </p:grpSpPr>
        <p:sp>
          <p:nvSpPr>
            <p:cNvPr id="7" name="TextBox 7"/>
            <p:cNvSpPr txBox="1"/>
            <p:nvPr/>
          </p:nvSpPr>
          <p:spPr>
            <a:xfrm>
              <a:off x="2432947" y="3866198"/>
              <a:ext cx="732610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E8F0FE"/>
                  </a:solidFill>
                  <a:latin typeface="Arial"/>
                  <a:ea typeface="Arial"/>
                  <a:cs typeface="Arial"/>
                </a:rPr>
                <a:t>Definition, scope, and the representation landscape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1204912"/>
            <a:chOff x="0" y="0"/>
            <a:chExt cx="12192000" cy="1204912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3048000" cy="5715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3048000" y="0"/>
              <a:ext cx="3048000" cy="57150"/>
            </a:xfrm>
            <a:prstGeom prst="rect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6096000" y="0"/>
              <a:ext cx="3048000" cy="57150"/>
            </a:xfrm>
            <a:prstGeom prst="rect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144000" y="0"/>
              <a:ext cx="3048000" cy="57150"/>
            </a:xfrm>
            <a:prstGeom prst="rect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41985" y="503872"/>
              <a:ext cx="2494881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Why Now?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1104900"/>
              <a:ext cx="1428750" cy="381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14550" y="1104900"/>
              <a:ext cx="666750" cy="38100"/>
            </a:xfrm>
            <a:prstGeom prst="rect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2781300" y="1104900"/>
              <a:ext cx="666750" cy="38100"/>
            </a:xfrm>
            <a:prstGeom prst="rect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448050" y="1104900"/>
              <a:ext cx="1619250" cy="38100"/>
            </a:xfrm>
            <a:prstGeom prst="rect">
              <a:avLst/>
            </a:prstGeom>
            <a:solidFill>
              <a:srgbClr val="34A853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85800" y="1524000"/>
            <a:ext cx="10820400" cy="876300"/>
            <a:chOff x="685800" y="1524000"/>
            <a:chExt cx="10820400" cy="876300"/>
          </a:xfrm>
        </p:grpSpPr>
        <p:sp>
          <p:nvSpPr>
            <p:cNvPr id="12" name="Rectangle 12"/>
            <p:cNvSpPr/>
            <p:nvPr/>
          </p:nvSpPr>
          <p:spPr>
            <a:xfrm>
              <a:off x="685800" y="1524000"/>
              <a:ext cx="10820400" cy="876300"/>
            </a:xfrm>
            <a:prstGeom prst="rect">
              <a:avLst/>
            </a:prstGeom>
            <a:solidFill>
              <a:srgbClr val="F8F9FA"/>
            </a:solidFill>
            <a:ln w="19050">
              <a:solidFill>
                <a:srgbClr val="E8EAED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59966" y="1725930"/>
              <a:ext cx="427206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The bottleneck is shifting.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14901" y="2076450"/>
              <a:ext cx="996219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5F6368"/>
                  </a:solidFill>
                  <a:latin typeface="Arial"/>
                  <a:ea typeface="Arial"/>
                  <a:cs typeface="Arial"/>
                </a:rPr>
                <a:t>From per-scene optimization to real-time universal inference to generative world simulation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85800" y="2857500"/>
            <a:ext cx="7920514" cy="2000250"/>
            <a:chOff x="685800" y="2857500"/>
            <a:chExt cx="7920514" cy="2000250"/>
          </a:xfrm>
        </p:grpSpPr>
        <p:sp>
          <p:nvSpPr>
            <p:cNvPr id="16" name="Rectangle 16"/>
            <p:cNvSpPr/>
            <p:nvPr/>
          </p:nvSpPr>
          <p:spPr>
            <a:xfrm>
              <a:off x="685800" y="2857500"/>
              <a:ext cx="3333750" cy="20002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4285F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9640" y="3177540"/>
              <a:ext cx="171572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Real-time 3D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3450" y="3571875"/>
              <a:ext cx="767286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F6368"/>
                  </a:solidFill>
                  <a:latin typeface="Arial"/>
                  <a:ea typeface="Arial"/>
                  <a:cs typeface="Arial"/>
                </a:rPr>
                <a:t>AR, robotics, digital twins, and autonomous driving demand instant 3D.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29125" y="2857500"/>
            <a:ext cx="9059704" cy="2000250"/>
            <a:chOff x="4429125" y="2857500"/>
            <a:chExt cx="9059704" cy="2000250"/>
          </a:xfrm>
        </p:grpSpPr>
        <p:sp>
          <p:nvSpPr>
            <p:cNvPr id="20" name="Rectangle 20"/>
            <p:cNvSpPr/>
            <p:nvPr/>
          </p:nvSpPr>
          <p:spPr>
            <a:xfrm>
              <a:off x="4429125" y="2857500"/>
              <a:ext cx="3333750" cy="20002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EA433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72965" y="3177540"/>
              <a:ext cx="2253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Quality to speed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76775" y="3571875"/>
              <a:ext cx="881205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F6368"/>
                  </a:solidFill>
                  <a:latin typeface="Arial"/>
                  <a:ea typeface="Arial"/>
                  <a:cs typeface="Arial"/>
                </a:rPr>
                <a:t>NeRF proved quality, 3DGS proved speed, and feed-forward methods target scale.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172450" y="2857500"/>
            <a:ext cx="9070658" cy="2000250"/>
            <a:chOff x="8172450" y="2857500"/>
            <a:chExt cx="9070658" cy="2000250"/>
          </a:xfrm>
        </p:grpSpPr>
        <p:sp>
          <p:nvSpPr>
            <p:cNvPr id="24" name="Rectangle 24"/>
            <p:cNvSpPr/>
            <p:nvPr/>
          </p:nvSpPr>
          <p:spPr>
            <a:xfrm>
              <a:off x="8172450" y="2857500"/>
              <a:ext cx="3333750" cy="20002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4A85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16290" y="3177540"/>
              <a:ext cx="177093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World models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20100" y="3571875"/>
              <a:ext cx="88230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F6368"/>
                  </a:solidFill>
                  <a:latin typeface="Arial"/>
                  <a:ea typeface="Arial"/>
                  <a:cs typeface="Arial"/>
                </a:rPr>
                <a:t>Reconstruction becomes a substrate for generation, simulation, and interaction.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1204912"/>
            <a:chOff x="0" y="0"/>
            <a:chExt cx="12192000" cy="1204912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3048000" cy="5715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3048000" y="0"/>
              <a:ext cx="3048000" cy="57150"/>
            </a:xfrm>
            <a:prstGeom prst="rect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6096000" y="0"/>
              <a:ext cx="3048000" cy="57150"/>
            </a:xfrm>
            <a:prstGeom prst="rect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144000" y="0"/>
              <a:ext cx="3048000" cy="57150"/>
            </a:xfrm>
            <a:prstGeom prst="rect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41985" y="503872"/>
              <a:ext cx="3843999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Key Takeaways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1104900"/>
              <a:ext cx="1428750" cy="381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14550" y="1104900"/>
              <a:ext cx="666750" cy="38100"/>
            </a:xfrm>
            <a:prstGeom prst="rect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2781300" y="1104900"/>
              <a:ext cx="666750" cy="38100"/>
            </a:xfrm>
            <a:prstGeom prst="rect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448050" y="1104900"/>
              <a:ext cx="1619250" cy="38100"/>
            </a:xfrm>
            <a:prstGeom prst="rect">
              <a:avLst/>
            </a:prstGeom>
            <a:solidFill>
              <a:srgbClr val="34A853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27710" y="1432560"/>
            <a:ext cx="10702290" cy="977265"/>
            <a:chOff x="727710" y="1432560"/>
            <a:chExt cx="10702290" cy="977265"/>
          </a:xfrm>
        </p:grpSpPr>
        <p:sp>
          <p:nvSpPr>
            <p:cNvPr id="12" name="TextBox 12"/>
            <p:cNvSpPr txBox="1"/>
            <p:nvPr/>
          </p:nvSpPr>
          <p:spPr>
            <a:xfrm>
              <a:off x="727710" y="1432560"/>
              <a:ext cx="654148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4285F4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96390" y="1577340"/>
              <a:ext cx="952750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NeRF opened representation quality; 3DGS opened real-time rendering.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00200" y="1952625"/>
              <a:ext cx="83629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F6368"/>
                  </a:solidFill>
                  <a:latin typeface="Arial"/>
                  <a:ea typeface="Arial"/>
                  <a:cs typeface="Arial"/>
                </a:rPr>
                <a:t>Same image formation model, different primitive and rasterization strategy.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619250" y="2400300"/>
              <a:ext cx="9810750" cy="9525"/>
            </a:xfrm>
            <a:prstGeom prst="rect">
              <a:avLst/>
            </a:prstGeom>
            <a:solidFill>
              <a:srgbClr val="E8EAED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27710" y="2880360"/>
            <a:ext cx="10702290" cy="977265"/>
            <a:chOff x="727710" y="2880360"/>
            <a:chExt cx="10702290" cy="977265"/>
          </a:xfrm>
        </p:grpSpPr>
        <p:sp>
          <p:nvSpPr>
            <p:cNvPr id="17" name="TextBox 17"/>
            <p:cNvSpPr txBox="1"/>
            <p:nvPr/>
          </p:nvSpPr>
          <p:spPr>
            <a:xfrm>
              <a:off x="727710" y="2880360"/>
              <a:ext cx="815169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EA4335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96390" y="3025140"/>
              <a:ext cx="923766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Feed-forward 3DGS removes the per-scene optimization bottleneck.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00200" y="3400425"/>
              <a:ext cx="89654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F6368"/>
                  </a:solidFill>
                  <a:latin typeface="Arial"/>
                  <a:ea typeface="Arial"/>
                  <a:cs typeface="Arial"/>
                </a:rPr>
                <a:t>Millisecond inference enables product-scale AR, robotics, and large-scale mapping.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619250" y="3848100"/>
              <a:ext cx="9810750" cy="9525"/>
            </a:xfrm>
            <a:prstGeom prst="rect">
              <a:avLst/>
            </a:prstGeom>
            <a:solidFill>
              <a:srgbClr val="E8EAED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7710" y="4328160"/>
            <a:ext cx="9344977" cy="853440"/>
            <a:chOff x="727710" y="4328160"/>
            <a:chExt cx="9344977" cy="853440"/>
          </a:xfrm>
        </p:grpSpPr>
        <p:sp>
          <p:nvSpPr>
            <p:cNvPr id="22" name="TextBox 22"/>
            <p:cNvSpPr txBox="1"/>
            <p:nvPr/>
          </p:nvSpPr>
          <p:spPr>
            <a:xfrm>
              <a:off x="727710" y="4328160"/>
              <a:ext cx="815169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34A85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96390" y="4472940"/>
              <a:ext cx="544219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World models go beyond reconstruction.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00200" y="4848225"/>
              <a:ext cx="84724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F6368"/>
                  </a:solidFill>
                  <a:latin typeface="Arial"/>
                  <a:ea typeface="Arial"/>
                  <a:cs typeface="Arial"/>
                </a:rPr>
                <a:t>They add temporal dynamics, generative capability, and interaction reasoning.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4209336" y="2434590"/>
            <a:ext cx="3773329" cy="2051685"/>
            <a:chOff x="4209336" y="2434590"/>
            <a:chExt cx="3773329" cy="2051685"/>
          </a:xfrm>
        </p:grpSpPr>
        <p:sp>
          <p:nvSpPr>
            <p:cNvPr id="2" name="TextBox 2"/>
            <p:cNvSpPr txBox="1"/>
            <p:nvPr/>
          </p:nvSpPr>
          <p:spPr>
            <a:xfrm>
              <a:off x="4305224" y="2434590"/>
              <a:ext cx="3581552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80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Thank You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029200" y="3219450"/>
              <a:ext cx="762000" cy="47625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791200" y="3219450"/>
              <a:ext cx="476250" cy="47625"/>
            </a:xfrm>
            <a:prstGeom prst="rect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6267450" y="3219450"/>
              <a:ext cx="476250" cy="47625"/>
            </a:xfrm>
            <a:prstGeom prst="rect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6743700" y="3219450"/>
              <a:ext cx="762000" cy="47625"/>
            </a:xfrm>
            <a:prstGeom prst="rect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497729" y="3523298"/>
              <a:ext cx="319654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5F6368"/>
                  </a:solidFill>
                  <a:latin typeface="Arial"/>
                  <a:ea typeface="Arial"/>
                  <a:cs typeface="Arial"/>
                </a:rPr>
                <a:t>Questions &amp; Discussion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209336" y="4181475"/>
              <a:ext cx="37733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9AA0A6"/>
                  </a:solidFill>
                  <a:latin typeface="Arial"/>
                  <a:ea typeface="Arial"/>
                  <a:cs typeface="Arial"/>
                </a:rPr>
                <a:t>Advanced Multimedia Lab | May 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